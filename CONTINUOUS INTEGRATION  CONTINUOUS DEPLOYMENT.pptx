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5F7C5-C7FA-1F5F-D32E-4685EC894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EC9D4-D2E5-756C-595C-84BEB6ED7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EDB0B-5587-42AE-9C97-A043341E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27555-ECBF-7C41-3D48-25C46B9D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988BD-7D1B-2712-9715-697FD78F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0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977D-56C2-A191-CCA6-8A099900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B137-2AC7-850F-0612-904375542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262F6-FF7D-FA06-F0A7-C317E986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B2337-6CEC-7D7E-44C2-B67E736F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38162-5F27-14BD-308F-E157DB5A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12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21F2-EEC8-73E9-6DE8-418E0C67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7873B-7E75-CCA8-A8A6-668C37B74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99489-2DF4-D9FE-3F89-4AA5D12A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53728-84D4-4CCA-63F7-E235892B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2E4A-74AB-BCBB-C570-DE33CF6A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95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D03C-B98D-8DC0-BDF0-A9FC27B0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25137-4DE7-7365-5E9F-4010ED91B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0D85E-F83A-DFCF-FE64-F8DB25497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E95C6-436A-C422-2339-FC0402123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D3A09-28DD-5EF0-ACD3-11AC6C76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2D8CB-C970-0414-B2FD-D639FB29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77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0AF5-7B9A-3DF8-DFCE-C1F663AB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68FE6-220E-93EF-637E-328A14076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12444-5DB9-E010-F3BA-24CD01F84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E7708-C51E-50BC-CDB1-F1216AD76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C21F3-8E96-DB9F-D4F8-7E81B6D3A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B31E3-208E-2FA2-A75C-C341755B8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E53A1-0D17-7486-78F0-14841279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1315A-529D-9775-DCEB-AFEADCD1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91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5CD2-4E29-1306-C2C7-A2E0C187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05232B-5D29-A08F-B289-B3A65510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DF5A3F-1B57-048C-2DB8-4F12EC730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AAEB-7804-A7DD-E8F6-74C4ACEB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0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6C07C-40CA-B166-E0B0-F77C8045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C8BA9-BAD1-8C23-CA32-E5792A1A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2143A-4842-7B03-5B4D-B39C5BBE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782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FE7C-E099-F50F-79C7-2478EAE6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56B23-AB1A-0D17-5066-39A8950EE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4BFAE-F5D4-F83B-BB2E-21B7E3E8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F1A3F-0433-6ACA-40DA-63E3B2F1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B0C40-44D9-A528-AB9A-53DFAFB9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8BE6E-583E-BDFB-ECA7-0B198C9F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32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0B30-E8F1-32E7-2D45-83D496B1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10D90-9407-1D52-0541-AAD6387AF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DB9DC-35C7-6AF8-401C-1CB2D85AE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EC8D9-345A-EDF0-4D2E-2EE6AA07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2B76A-38E4-BCC3-2C28-71D1EF41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5CEAF-757B-82F3-1E7C-59EABCD4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44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7BE7-1337-9D4A-D82B-EF4F6591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301C0-EB64-571E-DD4E-40304AC69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9AF27-152E-CBFE-6899-141899B6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472B-6584-081B-B1D3-5A234D3E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8B9E-37A4-3E3C-419A-EC889050D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66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FD3D82-009C-4213-D747-ADAAD7CFC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EB496-3D1E-2B76-EF66-DA478DC56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872C8-3DAA-E4D7-2461-CDBB67136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FB931-9D5D-893C-F5A5-94944311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A1644-53A3-6431-CBE8-C338E116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8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CA69E-8728-E1B4-9892-F5743B319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687C9-1C93-0FBB-6704-42E9FDCD6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ADD8C-E560-8FCF-FBF1-47451DA1F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D4E2-53A4-4EAF-9B61-20AC3646F4F3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4B7A2-EE84-A7E6-4A32-5D0193242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51F03-AFF8-1717-F6B0-D76B391DA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D19F2-D511-43F7-91A1-86BB85BF9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493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0037-177D-130A-9DF0-5B089F893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8454" y="2626383"/>
            <a:ext cx="9144000" cy="126709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CONTINUOUS INTEGRATION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dirty="0"/>
              <a:t>CONTINUOUS DEPLOYMENT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49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4ECE-4B21-5D9C-6248-1B0454B9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077" y="269331"/>
            <a:ext cx="5405846" cy="1325563"/>
          </a:xfrm>
        </p:spPr>
        <p:txBody>
          <a:bodyPr/>
          <a:lstStyle/>
          <a:p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6E7A-EC55-1D09-E72F-34FFAADA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600" dirty="0"/>
              <a:t>59. Simple HTML Website with CI/CD Pipeline</a:t>
            </a:r>
          </a:p>
          <a:p>
            <a:pPr marL="0" indent="0">
              <a:buNone/>
            </a:pPr>
            <a:r>
              <a:rPr lang="en-IN" sz="3300" dirty="0"/>
              <a:t>Scenario</a:t>
            </a:r>
          </a:p>
          <a:p>
            <a:r>
              <a:rPr lang="en-IN" dirty="0"/>
              <a:t>A static website needs automated deployment whenever code changes.</a:t>
            </a:r>
          </a:p>
          <a:p>
            <a:pPr marL="0" indent="0">
              <a:buNone/>
            </a:pPr>
            <a:r>
              <a:rPr lang="en-IN" sz="3300" dirty="0"/>
              <a:t>Objective</a:t>
            </a:r>
          </a:p>
          <a:p>
            <a:r>
              <a:rPr lang="en-IN" dirty="0"/>
              <a:t>Create CI/CD pipeline for HTML website.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300" dirty="0"/>
              <a:t>Requirements</a:t>
            </a:r>
          </a:p>
          <a:p>
            <a:pPr marL="0" indent="0">
              <a:buNone/>
            </a:pPr>
            <a:r>
              <a:rPr lang="en-IN" dirty="0"/>
              <a:t>● Host code in GitHub.</a:t>
            </a:r>
          </a:p>
          <a:p>
            <a:pPr marL="0" indent="0">
              <a:buNone/>
            </a:pPr>
            <a:r>
              <a:rPr lang="en-IN" dirty="0"/>
              <a:t>● Configure Jenkins pipeline.</a:t>
            </a:r>
          </a:p>
          <a:p>
            <a:pPr marL="0" indent="0">
              <a:buNone/>
            </a:pPr>
            <a:r>
              <a:rPr lang="en-IN" dirty="0"/>
              <a:t>● Deploy the website automatically.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3300" dirty="0"/>
              <a:t>Deliverables</a:t>
            </a:r>
          </a:p>
          <a:p>
            <a:pPr marL="0" indent="0">
              <a:buNone/>
            </a:pPr>
            <a:r>
              <a:rPr lang="en-IN" dirty="0"/>
              <a:t>● GitHub repository</a:t>
            </a:r>
          </a:p>
          <a:p>
            <a:pPr marL="0" indent="0">
              <a:buNone/>
            </a:pPr>
            <a:r>
              <a:rPr lang="en-IN" dirty="0"/>
              <a:t>● Jenkins pipeline.</a:t>
            </a:r>
          </a:p>
        </p:txBody>
      </p:sp>
    </p:spTree>
    <p:extLst>
      <p:ext uri="{BB962C8B-B14F-4D97-AF65-F5344CB8AC3E}">
        <p14:creationId xmlns:p14="http://schemas.microsoft.com/office/powerpoint/2010/main" val="136799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E845D2-9B53-4300-F642-FC291C4F9DE6}"/>
              </a:ext>
            </a:extLst>
          </p:cNvPr>
          <p:cNvSpPr txBox="1"/>
          <p:nvPr/>
        </p:nvSpPr>
        <p:spPr>
          <a:xfrm>
            <a:off x="4344327" y="609473"/>
            <a:ext cx="45575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FLOW DIAGRAM</a:t>
            </a:r>
            <a:endParaRPr lang="en-IN" sz="4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EAA387-C44A-9D6B-6849-C67BDB633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571623"/>
            <a:ext cx="8915400" cy="478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28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494A-9BC2-D8B6-488E-C4CF0011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317500"/>
            <a:ext cx="6248400" cy="1325563"/>
          </a:xfrm>
        </p:spPr>
        <p:txBody>
          <a:bodyPr/>
          <a:lstStyle/>
          <a:p>
            <a:r>
              <a:rPr lang="en-US" b="1" dirty="0"/>
              <a:t>PICTURES OF EACH STAGES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37BF5-8AD4-3408-E4EF-37EFA6A95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2133964"/>
            <a:ext cx="8229599" cy="4406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1CA5A-4CBC-12F6-4F4E-A02F75620397}"/>
              </a:ext>
            </a:extLst>
          </p:cNvPr>
          <p:cNvSpPr txBox="1"/>
          <p:nvPr/>
        </p:nvSpPr>
        <p:spPr>
          <a:xfrm>
            <a:off x="1885950" y="1643063"/>
            <a:ext cx="3084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1) PUSH THE CODE TO GITHUB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373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62A6D-6F87-A8D0-105F-8C1BBC70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A8B338-DEA6-C0D6-CB46-2618DF0B8BEB}"/>
              </a:ext>
            </a:extLst>
          </p:cNvPr>
          <p:cNvSpPr txBox="1"/>
          <p:nvPr/>
        </p:nvSpPr>
        <p:spPr>
          <a:xfrm>
            <a:off x="1580247" y="404813"/>
            <a:ext cx="5025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2) INSTALLATION OF JENKINS AND APACHE SERVER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3C7BBC-6F30-3B61-80A4-09C627161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4" y="1059256"/>
            <a:ext cx="10039351" cy="53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44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4BB8-B063-B6F4-F067-11B5D48C0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5D29E1-39A6-47EE-108C-58B60052A1BA}"/>
              </a:ext>
            </a:extLst>
          </p:cNvPr>
          <p:cNvSpPr txBox="1"/>
          <p:nvPr/>
        </p:nvSpPr>
        <p:spPr>
          <a:xfrm>
            <a:off x="1580247" y="404813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3) PIPELINE CREATION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16C56-3686-0D9C-0823-F505BBE00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4" y="913132"/>
            <a:ext cx="10696576" cy="554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7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AE01-A434-E8BF-26E9-666E63853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DF6B5E-499B-6323-58DD-B8EBC9EE7093}"/>
              </a:ext>
            </a:extLst>
          </p:cNvPr>
          <p:cNvSpPr txBox="1"/>
          <p:nvPr/>
        </p:nvSpPr>
        <p:spPr>
          <a:xfrm>
            <a:off x="1580247" y="404813"/>
            <a:ext cx="4998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4) PIPELINE CONFIGURATION FOR PIPELINE SCRIPT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58507-AB06-7CDE-1B49-E5879364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45463"/>
            <a:ext cx="9915525" cy="50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9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1A5B-09C3-757C-4C93-FC122A11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C23062-700A-E22A-8441-39DD3AFA8366}"/>
              </a:ext>
            </a:extLst>
          </p:cNvPr>
          <p:cNvSpPr txBox="1"/>
          <p:nvPr/>
        </p:nvSpPr>
        <p:spPr>
          <a:xfrm>
            <a:off x="1580247" y="404813"/>
            <a:ext cx="1980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5) PIPELINE SCRIPT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DD7A6-C310-BF00-55F4-72EFF54A8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46071"/>
            <a:ext cx="10515600" cy="550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4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D4771-FAC0-AFA3-C46E-8F1337AB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4B7EE-E958-F30B-4C7F-643F94EC07C2}"/>
              </a:ext>
            </a:extLst>
          </p:cNvPr>
          <p:cNvSpPr txBox="1"/>
          <p:nvPr/>
        </p:nvSpPr>
        <p:spPr>
          <a:xfrm>
            <a:off x="1580247" y="404813"/>
            <a:ext cx="6302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5) CONFIGURATION FOR AUTOMATIC CLONE FROM REPOSITORY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8ECAC-DC14-10AF-8A2C-1D4CE99ED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1009097"/>
            <a:ext cx="10391775" cy="544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6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AD35A-4F94-E48E-E299-403300C8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DF0563-1203-E172-6EC2-EB42444FC9B4}"/>
              </a:ext>
            </a:extLst>
          </p:cNvPr>
          <p:cNvSpPr txBox="1"/>
          <p:nvPr/>
        </p:nvSpPr>
        <p:spPr>
          <a:xfrm>
            <a:off x="1580247" y="404813"/>
            <a:ext cx="3188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6) JENKINS NEED GITHUB PATH 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5F949C-AED0-F5E9-E5AC-122A07B43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879" y="1171575"/>
            <a:ext cx="9979296" cy="513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16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04B5C-0737-8836-79E0-5CFF5345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9ACE39-B0FD-2515-5C88-1A45B290F102}"/>
              </a:ext>
            </a:extLst>
          </p:cNvPr>
          <p:cNvSpPr txBox="1"/>
          <p:nvPr/>
        </p:nvSpPr>
        <p:spPr>
          <a:xfrm>
            <a:off x="1857375" y="442913"/>
            <a:ext cx="5501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7) CONNECTING GITHUB AND JENKIN USING WEBHOOK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F736A9-EA9C-310C-E10F-4E028584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072" y="1293379"/>
            <a:ext cx="9467850" cy="50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127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   CONTINUOUS INTEGRATION &amp; CONTINUOUS DEPLOYMENT</vt:lpstr>
      <vt:lpstr>PROBLEM STATEMENT</vt:lpstr>
      <vt:lpstr>PowerPoint Presentation</vt:lpstr>
      <vt:lpstr>PICTURES OF EACH STAGES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NAVAJEEVAN SARAVANAN</dc:creator>
  <cp:lastModifiedBy>NAVAJEEVAN SARAVANAN</cp:lastModifiedBy>
  <cp:revision>11</cp:revision>
  <dcterms:created xsi:type="dcterms:W3CDTF">2026-04-16T05:48:29Z</dcterms:created>
  <dcterms:modified xsi:type="dcterms:W3CDTF">2026-04-18T18:58:06Z</dcterms:modified>
</cp:coreProperties>
</file>