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59" r:id="rId5"/>
    <p:sldId id="260" r:id="rId6"/>
    <p:sldId id="262" r:id="rId7"/>
    <p:sldId id="263" r:id="rId8"/>
    <p:sldId id="264" r:id="rId9"/>
    <p:sldId id="265" r:id="rId10"/>
    <p:sldId id="266" r:id="rId11"/>
    <p:sldId id="261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80" d="100"/>
          <a:sy n="80" d="100"/>
        </p:scale>
        <p:origin x="78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C5F7C5-C7FA-1F5F-D32E-4685EC894D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1EC9D4-D2E5-756C-595C-84BEB6ED7F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9EDB0B-5587-42AE-9C97-A043341E3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7D4E2-53A4-4EAF-9B61-20AC3646F4F3}" type="datetimeFigureOut">
              <a:rPr lang="en-IN" smtClean="0"/>
              <a:t>16-04-2026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827555-ECBF-7C41-3D48-25C46B9D1B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6988BD-7D1B-2712-9715-697FD78FB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D19F2-D511-43F7-91A1-86BB85BF99A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949045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C977D-56C2-A191-CCA6-8A0999009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16B137-2AC7-850F-0612-904375542B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3262F6-FF7D-FA06-F0A7-C317E9863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7D4E2-53A4-4EAF-9B61-20AC3646F4F3}" type="datetimeFigureOut">
              <a:rPr lang="en-IN" smtClean="0"/>
              <a:t>16-04-2026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FB2337-6CEC-7D7E-44C2-B67E736F62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B38162-5F27-14BD-308F-E157DB5A7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D19F2-D511-43F7-91A1-86BB85BF99A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211291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721F2-EEC8-73E9-6DE8-418E0C676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97873B-7E75-CCA8-A8A6-668C37B745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199489-2DF4-D9FE-3F89-4AA5D12A70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7D4E2-53A4-4EAF-9B61-20AC3646F4F3}" type="datetimeFigureOut">
              <a:rPr lang="en-IN" smtClean="0"/>
              <a:t>16-04-2026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053728-84D4-4CCA-63F7-E235892B38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A62E4A-74AB-BCBB-C570-DE33CF6A7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D19F2-D511-43F7-91A1-86BB85BF99A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519545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5D03C-B98D-8DC0-BDF0-A9FC27B07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825137-4DE7-7365-5E9F-4010ED91B3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10D85E-F83A-DFCF-FE64-F8DB25497F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8E95C6-436A-C422-2339-FC0402123E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7D4E2-53A4-4EAF-9B61-20AC3646F4F3}" type="datetimeFigureOut">
              <a:rPr lang="en-IN" smtClean="0"/>
              <a:t>16-04-2026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4D3A09-28DD-5EF0-ACD3-11AC6C76E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52D8CB-C970-0414-B2FD-D639FB29A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D19F2-D511-43F7-91A1-86BB85BF99A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857766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5F0AF5-7B9A-3DF8-DFCE-C1F663AB27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368FE6-220E-93EF-637E-328A140763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F12444-5DB9-E010-F3BA-24CD01F846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A7E7708-C51E-50BC-CDB1-F1216AD76EE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B6C21F3-8E96-DB9F-D4F8-7E81B6D3AD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AB31E3-208E-2FA2-A75C-C341755B8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7D4E2-53A4-4EAF-9B61-20AC3646F4F3}" type="datetimeFigureOut">
              <a:rPr lang="en-IN" smtClean="0"/>
              <a:t>16-04-2026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78E53A1-0D17-7486-78F0-14841279C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101315A-529D-9775-DCEB-AFEADCD16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D19F2-D511-43F7-91A1-86BB85BF99A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24910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35CD2-4E29-1306-C2C7-A2E0C18716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05232B-5D29-A08F-B289-B3A65510EC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7D4E2-53A4-4EAF-9B61-20AC3646F4F3}" type="datetimeFigureOut">
              <a:rPr lang="en-IN" smtClean="0"/>
              <a:t>16-04-2026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DF5A3F-1B57-048C-2DB8-4F12EC7305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4EAAEB-7804-A7DD-E8F6-74C4ACEBB0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D19F2-D511-43F7-91A1-86BB85BF99A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590035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D86C07C-40CA-B166-E0B0-F77C8045A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7D4E2-53A4-4EAF-9B61-20AC3646F4F3}" type="datetimeFigureOut">
              <a:rPr lang="en-IN" smtClean="0"/>
              <a:t>16-04-2026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DAC8BA9-BAD1-8C23-CA32-E5792A1AB5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92143A-4842-7B03-5B4D-B39C5BBEA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D19F2-D511-43F7-91A1-86BB85BF99A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627820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09FE7C-E099-F50F-79C7-2478EAE69C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056B23-AB1A-0D17-5066-39A8950EE2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F4BFAE-F5D4-F83B-BB2E-21B7E3E85E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EF1A3F-0433-6ACA-40DA-63E3B2F112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7D4E2-53A4-4EAF-9B61-20AC3646F4F3}" type="datetimeFigureOut">
              <a:rPr lang="en-IN" smtClean="0"/>
              <a:t>16-04-2026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FB0C40-44D9-A528-AB9A-53DFAFB95D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48BE6E-583E-BDFB-ECA7-0B198C9F8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D19F2-D511-43F7-91A1-86BB85BF99A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493229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FA0B30-E8F1-32E7-2D45-83D496B1FB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8710D90-9407-1D52-0541-AAD6387AF85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8DB9DC-35C7-6AF8-401C-1CB2D85AE3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FEC8D9-345A-EDF0-4D2E-2EE6AA07B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7D4E2-53A4-4EAF-9B61-20AC3646F4F3}" type="datetimeFigureOut">
              <a:rPr lang="en-IN" smtClean="0"/>
              <a:t>16-04-2026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62B76A-38E4-BCC3-2C28-71D1EF41FF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55CEAF-757B-82F3-1E7C-59EABCD4E2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D19F2-D511-43F7-91A1-86BB85BF99A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964423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37BE7-1337-9D4A-D82B-EF4F6591A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84301C0-EB64-571E-DD4E-40304AC698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C9AF27-152E-CBFE-6899-141899B6AA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7D4E2-53A4-4EAF-9B61-20AC3646F4F3}" type="datetimeFigureOut">
              <a:rPr lang="en-IN" smtClean="0"/>
              <a:t>16-04-2026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9B472B-6584-081B-B1D3-5A234D3E63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E38B9E-37A4-3E3C-419A-EC889050D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D19F2-D511-43F7-91A1-86BB85BF99A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706623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7FD3D82-009C-4213-D747-ADAAD7CFCD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9EB496-3D1E-2B76-EF66-DA478DC562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2872C8-3DAA-E4D7-2461-CDBB671362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7D4E2-53A4-4EAF-9B61-20AC3646F4F3}" type="datetimeFigureOut">
              <a:rPr lang="en-IN" smtClean="0"/>
              <a:t>16-04-2026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FFB931-9D5D-893C-F5A5-949443113E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BA1644-53A3-6431-CBE8-C338E116A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D19F2-D511-43F7-91A1-86BB85BF99A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568970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9DCA69E-8728-E1B4-9892-F5743B319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A687C9-1C93-0FBB-6704-42E9FDCD6A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EADD8C-E560-8FCF-FBF1-47451DA1FB8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97D4E2-53A4-4EAF-9B61-20AC3646F4F3}" type="datetimeFigureOut">
              <a:rPr lang="en-IN" smtClean="0"/>
              <a:t>16-04-2026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14B7A2-EE84-A7E6-4A32-5D01932424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251F03-AFF8-1717-F6B0-D76B391DA9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BD19F2-D511-43F7-91A1-86BB85BF99A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404931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E60037-177D-130A-9DF0-5B089F893D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18454" y="2626383"/>
            <a:ext cx="9144000" cy="1267095"/>
          </a:xfrm>
        </p:spPr>
        <p:txBody>
          <a:bodyPr>
            <a:normAutofit fontScale="90000"/>
          </a:bodyPr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CONTINUOUS INTEGRATION</a:t>
            </a:r>
            <a:br>
              <a:rPr lang="en-US" dirty="0"/>
            </a:br>
            <a:r>
              <a:rPr lang="en-US" dirty="0"/>
              <a:t>&amp;</a:t>
            </a:r>
            <a:br>
              <a:rPr lang="en-US" dirty="0"/>
            </a:br>
            <a:r>
              <a:rPr lang="en-US" dirty="0"/>
              <a:t>CONTINUOUS DEPLOYMENT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034961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F4ECE-4B21-5D9C-6248-1B0454B9AA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3077" y="269331"/>
            <a:ext cx="5405846" cy="1325563"/>
          </a:xfrm>
        </p:spPr>
        <p:txBody>
          <a:bodyPr/>
          <a:lstStyle/>
          <a:p>
            <a:r>
              <a:rPr lang="en-US" b="1" dirty="0"/>
              <a:t>PROBLEM STATEMENT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BA6E7A-EC55-1D09-E72F-34FFAADA72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IN" sz="3600" dirty="0"/>
              <a:t>59. Simple HTML Website with CI/CD Pipeline</a:t>
            </a:r>
          </a:p>
          <a:p>
            <a:pPr marL="0" indent="0">
              <a:buNone/>
            </a:pPr>
            <a:r>
              <a:rPr lang="en-IN" sz="3300" dirty="0"/>
              <a:t>Scenario</a:t>
            </a:r>
          </a:p>
          <a:p>
            <a:r>
              <a:rPr lang="en-IN" dirty="0"/>
              <a:t>A static website needs automated deployment whenever code changes.</a:t>
            </a:r>
          </a:p>
          <a:p>
            <a:pPr marL="0" indent="0">
              <a:buNone/>
            </a:pPr>
            <a:r>
              <a:rPr lang="en-IN" sz="3300" dirty="0"/>
              <a:t>Objective</a:t>
            </a:r>
          </a:p>
          <a:p>
            <a:r>
              <a:rPr lang="en-IN" dirty="0"/>
              <a:t>Create CI/CD pipeline for HTML website.</a:t>
            </a:r>
          </a:p>
          <a:p>
            <a:endParaRPr lang="en-IN" dirty="0"/>
          </a:p>
          <a:p>
            <a:pPr marL="0" indent="0">
              <a:buNone/>
            </a:pPr>
            <a:r>
              <a:rPr lang="en-IN" sz="3300" dirty="0"/>
              <a:t>Requirements</a:t>
            </a:r>
          </a:p>
          <a:p>
            <a:pPr marL="0" indent="0">
              <a:buNone/>
            </a:pPr>
            <a:r>
              <a:rPr lang="en-IN" dirty="0"/>
              <a:t>● Host code in GitHub.</a:t>
            </a:r>
          </a:p>
          <a:p>
            <a:pPr marL="0" indent="0">
              <a:buNone/>
            </a:pPr>
            <a:r>
              <a:rPr lang="en-IN" dirty="0"/>
              <a:t>● Configure Jenkins pipeline.</a:t>
            </a:r>
          </a:p>
          <a:p>
            <a:pPr marL="0" indent="0">
              <a:buNone/>
            </a:pPr>
            <a:r>
              <a:rPr lang="en-IN" dirty="0"/>
              <a:t>● Deploy the website automatically.</a:t>
            </a:r>
          </a:p>
          <a:p>
            <a:endParaRPr lang="en-IN" dirty="0"/>
          </a:p>
          <a:p>
            <a:pPr marL="0" indent="0">
              <a:buNone/>
            </a:pPr>
            <a:r>
              <a:rPr lang="en-IN" sz="3300" dirty="0"/>
              <a:t>Deliverables</a:t>
            </a:r>
          </a:p>
          <a:p>
            <a:pPr marL="0" indent="0">
              <a:buNone/>
            </a:pPr>
            <a:r>
              <a:rPr lang="en-IN" dirty="0"/>
              <a:t>● GitHub repository</a:t>
            </a:r>
          </a:p>
          <a:p>
            <a:pPr marL="0" indent="0">
              <a:buNone/>
            </a:pPr>
            <a:r>
              <a:rPr lang="en-IN" dirty="0"/>
              <a:t>● Jenkins pipeline.</a:t>
            </a:r>
          </a:p>
        </p:txBody>
      </p:sp>
    </p:spTree>
    <p:extLst>
      <p:ext uri="{BB962C8B-B14F-4D97-AF65-F5344CB8AC3E}">
        <p14:creationId xmlns:p14="http://schemas.microsoft.com/office/powerpoint/2010/main" val="13679978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3E845D2-9B53-4300-F642-FC291C4F9DE6}"/>
              </a:ext>
            </a:extLst>
          </p:cNvPr>
          <p:cNvSpPr txBox="1"/>
          <p:nvPr/>
        </p:nvSpPr>
        <p:spPr>
          <a:xfrm>
            <a:off x="4344327" y="609473"/>
            <a:ext cx="455759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/>
              <a:t>FLOW DIAGRAM</a:t>
            </a:r>
            <a:endParaRPr lang="en-IN" sz="4400" b="1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AEAA387-C44A-9D6B-6849-C67BDB633C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8300" y="1571623"/>
            <a:ext cx="8915400" cy="4781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81283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44494A-9BC2-D8B6-488E-C4CF00116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71800" y="317500"/>
            <a:ext cx="6248400" cy="1325563"/>
          </a:xfrm>
        </p:spPr>
        <p:txBody>
          <a:bodyPr/>
          <a:lstStyle/>
          <a:p>
            <a:r>
              <a:rPr lang="en-US" b="1" dirty="0"/>
              <a:t>PICTURES OF EACH STAGES</a:t>
            </a:r>
            <a:endParaRPr lang="en-IN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7E37BF5-8AD4-3408-E4EF-37EFA6A957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5950" y="2133964"/>
            <a:ext cx="8229599" cy="440653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1C1CA5A-4CBC-12F6-4F4E-A02F75620397}"/>
              </a:ext>
            </a:extLst>
          </p:cNvPr>
          <p:cNvSpPr txBox="1"/>
          <p:nvPr/>
        </p:nvSpPr>
        <p:spPr>
          <a:xfrm>
            <a:off x="1885950" y="1643063"/>
            <a:ext cx="3084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1) PUSH THE CODE TO GITHUB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637310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62A6D-6F87-A8D0-105F-8C1BBC70F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6A8B338-DEA6-C0D6-CB46-2618DF0B8BEB}"/>
              </a:ext>
            </a:extLst>
          </p:cNvPr>
          <p:cNvSpPr txBox="1"/>
          <p:nvPr/>
        </p:nvSpPr>
        <p:spPr>
          <a:xfrm>
            <a:off x="1580247" y="404813"/>
            <a:ext cx="50254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2) INSTALLATION OF JENKINS AND APACHE SERVER</a:t>
            </a:r>
            <a:endParaRPr lang="en-IN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43C7BBC-6F30-3B61-80A4-09C627161D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5924" y="1059256"/>
            <a:ext cx="10039351" cy="5317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16444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34BB8-B063-B6F4-F067-11B5D48C0D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A5D29E1-39A6-47EE-108C-58B60052A1BA}"/>
              </a:ext>
            </a:extLst>
          </p:cNvPr>
          <p:cNvSpPr txBox="1"/>
          <p:nvPr/>
        </p:nvSpPr>
        <p:spPr>
          <a:xfrm>
            <a:off x="1580247" y="404813"/>
            <a:ext cx="2287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3) PIPELINE CREATION</a:t>
            </a:r>
            <a:endParaRPr lang="en-IN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416C56-3686-0D9C-0823-F505BBE00A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1574" y="913132"/>
            <a:ext cx="10696576" cy="5540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72706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50AE01-A434-E8BF-26E9-666E638531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9DF6B5E-499B-6323-58DD-B8EBC9EE7093}"/>
              </a:ext>
            </a:extLst>
          </p:cNvPr>
          <p:cNvSpPr txBox="1"/>
          <p:nvPr/>
        </p:nvSpPr>
        <p:spPr>
          <a:xfrm>
            <a:off x="1580247" y="404813"/>
            <a:ext cx="49988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4) PIPELINE CONFIGURATION FOR PIPELINE SCRIPT</a:t>
            </a:r>
            <a:endParaRPr lang="en-IN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3B58507-AB06-7CDE-1B49-E58793640D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0150" y="1145463"/>
            <a:ext cx="9915525" cy="5061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9948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61A5B-09C3-757C-4C93-FC122A111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AC23062-700A-E22A-8441-39DD3AFA8366}"/>
              </a:ext>
            </a:extLst>
          </p:cNvPr>
          <p:cNvSpPr txBox="1"/>
          <p:nvPr/>
        </p:nvSpPr>
        <p:spPr>
          <a:xfrm>
            <a:off x="1580247" y="404813"/>
            <a:ext cx="1980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5) PIPELINE SCRIPT</a:t>
            </a:r>
            <a:endParaRPr lang="en-IN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CADD7A6-C310-BF00-55F4-72EFF54A88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0150" y="946071"/>
            <a:ext cx="10515600" cy="5507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76454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D4771-FAC0-AFA3-C46E-8F1337ABE5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F14B7EE-E958-F30B-4C7F-643F94EC07C2}"/>
              </a:ext>
            </a:extLst>
          </p:cNvPr>
          <p:cNvSpPr txBox="1"/>
          <p:nvPr/>
        </p:nvSpPr>
        <p:spPr>
          <a:xfrm>
            <a:off x="1580247" y="404813"/>
            <a:ext cx="63026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5) CONFIGURATION FOR AUTOMATIC CLONE FROM REPOSITORY</a:t>
            </a:r>
            <a:endParaRPr lang="en-IN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58ECAC-DC14-10AF-8A2C-1D4CE99ED3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949" y="1009097"/>
            <a:ext cx="10391775" cy="5444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05642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AD35A-4F94-E48E-E299-403300C81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4DF0563-1203-E172-6EC2-EB42444FC9B4}"/>
              </a:ext>
            </a:extLst>
          </p:cNvPr>
          <p:cNvSpPr txBox="1"/>
          <p:nvPr/>
        </p:nvSpPr>
        <p:spPr>
          <a:xfrm>
            <a:off x="1580247" y="404813"/>
            <a:ext cx="3188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6) JENKINS NEED GITHUB PATH </a:t>
            </a:r>
            <a:endParaRPr lang="en-IN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65F949C-AED0-F5E9-E5AC-122A07B439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7879" y="1171575"/>
            <a:ext cx="9979296" cy="51328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53162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04B5C-0737-8836-79E0-5CFF53455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39ACE39-B0FD-2515-5C88-1A45B290F102}"/>
              </a:ext>
            </a:extLst>
          </p:cNvPr>
          <p:cNvSpPr txBox="1"/>
          <p:nvPr/>
        </p:nvSpPr>
        <p:spPr>
          <a:xfrm>
            <a:off x="1857375" y="442913"/>
            <a:ext cx="5501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7) CONNECTING GITHUB AND JENKIN USING WEBHOOK</a:t>
            </a:r>
            <a:endParaRPr lang="en-IN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AF736A9-EA9C-310C-E10F-4E028584F1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3575" y="1293379"/>
            <a:ext cx="9467850" cy="5035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5592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127</Words>
  <Application>Microsoft Office PowerPoint</Application>
  <PresentationFormat>Widescreen</PresentationFormat>
  <Paragraphs>26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Office Theme</vt:lpstr>
      <vt:lpstr>   CONTINUOUS INTEGRATION &amp; CONTINUOUS DEPLOYMENT</vt:lpstr>
      <vt:lpstr>PROBLEM STATEMENT</vt:lpstr>
      <vt:lpstr>PowerPoint Presentation</vt:lpstr>
      <vt:lpstr>PICTURES OF EACH STAGES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NAVAJEEVAN SARAVANAN</dc:creator>
  <cp:lastModifiedBy>NAVAJEEVAN SARAVANAN</cp:lastModifiedBy>
  <cp:revision>10</cp:revision>
  <dcterms:created xsi:type="dcterms:W3CDTF">2026-04-16T05:48:29Z</dcterms:created>
  <dcterms:modified xsi:type="dcterms:W3CDTF">2026-04-16T06:24:22Z</dcterms:modified>
</cp:coreProperties>
</file>